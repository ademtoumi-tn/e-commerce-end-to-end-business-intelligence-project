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43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3920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11457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End-to-End Business Intelligence Pipeline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2E8F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 Sources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148840" y="822960"/>
            <a:ext cx="1234440" cy="731520"/>
          </a:xfrm>
          <a:prstGeom prst="roundRect">
            <a:avLst>
              <a:gd name="adj" fmla="val 10000"/>
            </a:avLst>
          </a:prstGeom>
          <a:solidFill>
            <a:srgbClr val="475569"/>
          </a:solidFill>
          <a:ln/>
        </p:spPr>
      </p:sp>
      <p:sp>
        <p:nvSpPr>
          <p:cNvPr id="5" name="Text 3"/>
          <p:cNvSpPr/>
          <p:nvPr/>
        </p:nvSpPr>
        <p:spPr>
          <a:xfrm>
            <a:off x="2194560" y="86868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📄  Raw CSV Files</a:t>
            </a:r>
            <a:endParaRPr lang="en-US" sz="10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datasets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424428" y="1042416"/>
            <a:ext cx="182880" cy="292608"/>
          </a:xfrm>
          <a:prstGeom prst="chevron">
            <a:avLst/>
          </a:prstGeom>
          <a:solidFill>
            <a:srgbClr val="38BDF8"/>
          </a:solidFill>
          <a:ln/>
        </p:spPr>
      </p:sp>
      <p:sp>
        <p:nvSpPr>
          <p:cNvPr id="7" name="Shape 5"/>
          <p:cNvSpPr/>
          <p:nvPr/>
        </p:nvSpPr>
        <p:spPr>
          <a:xfrm>
            <a:off x="3611880" y="822960"/>
            <a:ext cx="1234440" cy="731520"/>
          </a:xfrm>
          <a:prstGeom prst="roundRect">
            <a:avLst>
              <a:gd name="adj" fmla="val 10000"/>
            </a:avLst>
          </a:prstGeom>
          <a:solidFill>
            <a:srgbClr val="107C41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0" y="86868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 Excel</a:t>
            </a:r>
            <a:endParaRPr lang="en-US" sz="10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Exploration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165860" y="1554480"/>
            <a:ext cx="0" cy="274320"/>
          </a:xfrm>
          <a:prstGeom prst="line">
            <a:avLst/>
          </a:prstGeom>
          <a:noFill/>
          <a:ln w="28575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65760" y="182880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2E8F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 Engineering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148840" y="1828800"/>
            <a:ext cx="1234440" cy="731520"/>
          </a:xfrm>
          <a:prstGeom prst="roundRect">
            <a:avLst>
              <a:gd name="adj" fmla="val 10000"/>
            </a:avLst>
          </a:prstGeom>
          <a:solidFill>
            <a:srgbClr val="CC2927"/>
          </a:solidFill>
          <a:ln/>
        </p:spPr>
      </p:sp>
      <p:sp>
        <p:nvSpPr>
          <p:cNvPr id="12" name="Text 10"/>
          <p:cNvSpPr/>
          <p:nvPr/>
        </p:nvSpPr>
        <p:spPr>
          <a:xfrm>
            <a:off x="2194560" y="187452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🗄  SQL Server</a:t>
            </a:r>
            <a:endParaRPr lang="en-US" sz="10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• Schemas • Tables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24428" y="2048256"/>
            <a:ext cx="182880" cy="292608"/>
          </a:xfrm>
          <a:prstGeom prst="chevron">
            <a:avLst/>
          </a:prstGeom>
          <a:solidFill>
            <a:srgbClr val="38BDF8"/>
          </a:solidFill>
          <a:ln/>
        </p:spPr>
      </p:sp>
      <p:sp>
        <p:nvSpPr>
          <p:cNvPr id="14" name="Shape 12"/>
          <p:cNvSpPr/>
          <p:nvPr/>
        </p:nvSpPr>
        <p:spPr>
          <a:xfrm>
            <a:off x="3611880" y="1828800"/>
            <a:ext cx="1234440" cy="731520"/>
          </a:xfrm>
          <a:prstGeom prst="roundRect">
            <a:avLst>
              <a:gd name="adj" fmla="val 10000"/>
            </a:avLst>
          </a:prstGeom>
          <a:solidFill>
            <a:srgbClr val="8B5A2B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0" y="187452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🥉  Bronze Layer</a:t>
            </a:r>
            <a:endParaRPr lang="en-US" sz="10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Bulk Insert Raw CSV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87468" y="2048256"/>
            <a:ext cx="182880" cy="292608"/>
          </a:xfrm>
          <a:prstGeom prst="chevron">
            <a:avLst/>
          </a:prstGeom>
          <a:solidFill>
            <a:srgbClr val="38BDF8"/>
          </a:solidFill>
          <a:ln/>
        </p:spPr>
      </p:sp>
      <p:sp>
        <p:nvSpPr>
          <p:cNvPr id="17" name="Shape 15"/>
          <p:cNvSpPr/>
          <p:nvPr/>
        </p:nvSpPr>
        <p:spPr>
          <a:xfrm>
            <a:off x="5074920" y="1828800"/>
            <a:ext cx="1234440" cy="731520"/>
          </a:xfrm>
          <a:prstGeom prst="roundRect">
            <a:avLst>
              <a:gd name="adj" fmla="val 10000"/>
            </a:avLst>
          </a:prstGeom>
          <a:solidFill>
            <a:srgbClr val="22C55E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0" y="187452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🧹  Excel Power Query</a:t>
            </a:r>
            <a:endParaRPr lang="en-US" sz="10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Cleaning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50508" y="2048256"/>
            <a:ext cx="182880" cy="292608"/>
          </a:xfrm>
          <a:prstGeom prst="chevron">
            <a:avLst/>
          </a:prstGeom>
          <a:solidFill>
            <a:srgbClr val="38BDF8"/>
          </a:solidFill>
          <a:ln/>
        </p:spPr>
      </p:sp>
      <p:sp>
        <p:nvSpPr>
          <p:cNvPr id="20" name="Shape 18"/>
          <p:cNvSpPr/>
          <p:nvPr/>
        </p:nvSpPr>
        <p:spPr>
          <a:xfrm>
            <a:off x="6537960" y="1828800"/>
            <a:ext cx="1234440" cy="731520"/>
          </a:xfrm>
          <a:prstGeom prst="roundRect">
            <a:avLst>
              <a:gd name="adj" fmla="val 10000"/>
            </a:avLst>
          </a:prstGeom>
          <a:solidFill>
            <a:srgbClr val="475569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187452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📄  Clean CSV Files</a:t>
            </a:r>
            <a:endParaRPr lang="en-US" sz="10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813548" y="2048256"/>
            <a:ext cx="182880" cy="292608"/>
          </a:xfrm>
          <a:prstGeom prst="chevron">
            <a:avLst/>
          </a:prstGeom>
          <a:solidFill>
            <a:srgbClr val="38BDF8"/>
          </a:solidFill>
          <a:ln/>
        </p:spPr>
      </p:sp>
      <p:sp>
        <p:nvSpPr>
          <p:cNvPr id="23" name="Shape 21"/>
          <p:cNvSpPr/>
          <p:nvPr/>
        </p:nvSpPr>
        <p:spPr>
          <a:xfrm>
            <a:off x="8001000" y="1828800"/>
            <a:ext cx="1234440" cy="731520"/>
          </a:xfrm>
          <a:prstGeom prst="roundRect">
            <a:avLst>
              <a:gd name="adj" fmla="val 10000"/>
            </a:avLst>
          </a:prstGeom>
          <a:solidFill>
            <a:srgbClr val="94A3B8"/>
          </a:solidFill>
          <a:ln/>
        </p:spPr>
      </p:sp>
      <p:sp>
        <p:nvSpPr>
          <p:cNvPr id="24" name="Text 22"/>
          <p:cNvSpPr/>
          <p:nvPr/>
        </p:nvSpPr>
        <p:spPr>
          <a:xfrm>
            <a:off x="8046720" y="187452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🥈  Silver Layer</a:t>
            </a:r>
            <a:endParaRPr lang="en-US" sz="10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Bulk Insert Clean CSV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276588" y="2048256"/>
            <a:ext cx="182880" cy="292608"/>
          </a:xfrm>
          <a:prstGeom prst="chevron">
            <a:avLst/>
          </a:prstGeom>
          <a:solidFill>
            <a:srgbClr val="38BDF8"/>
          </a:solidFill>
          <a:ln/>
        </p:spPr>
      </p:sp>
      <p:sp>
        <p:nvSpPr>
          <p:cNvPr id="26" name="Shape 24"/>
          <p:cNvSpPr/>
          <p:nvPr/>
        </p:nvSpPr>
        <p:spPr>
          <a:xfrm>
            <a:off x="9464040" y="1828800"/>
            <a:ext cx="1234440" cy="731520"/>
          </a:xfrm>
          <a:prstGeom prst="roundRect">
            <a:avLst>
              <a:gd name="adj" fmla="val 10000"/>
            </a:avLst>
          </a:prstGeom>
          <a:solidFill>
            <a:srgbClr val="0EA5E9"/>
          </a:solidFill>
          <a:ln/>
        </p:spPr>
      </p:sp>
      <p:sp>
        <p:nvSpPr>
          <p:cNvPr id="27" name="Text 25"/>
          <p:cNvSpPr/>
          <p:nvPr/>
        </p:nvSpPr>
        <p:spPr>
          <a:xfrm>
            <a:off x="9509760" y="187452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🔗  Foreign Keys</a:t>
            </a:r>
            <a:endParaRPr lang="en-US" sz="10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Integrity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165860" y="2560320"/>
            <a:ext cx="0" cy="274320"/>
          </a:xfrm>
          <a:prstGeom prst="line">
            <a:avLst/>
          </a:prstGeom>
          <a:noFill/>
          <a:ln w="28575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365760" y="283464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2E8F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Analytics Layer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148840" y="2834640"/>
            <a:ext cx="1234440" cy="73152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2194560" y="288036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🥇  Gold Layer</a:t>
            </a:r>
            <a:endParaRPr lang="en-US" sz="10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• Product • Orders Reports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424428" y="3054096"/>
            <a:ext cx="182880" cy="292608"/>
          </a:xfrm>
          <a:prstGeom prst="chevron">
            <a:avLst/>
          </a:prstGeom>
          <a:solidFill>
            <a:srgbClr val="38BDF8"/>
          </a:solidFill>
          <a:ln/>
        </p:spPr>
      </p:sp>
      <p:sp>
        <p:nvSpPr>
          <p:cNvPr id="33" name="Shape 31"/>
          <p:cNvSpPr/>
          <p:nvPr/>
        </p:nvSpPr>
        <p:spPr>
          <a:xfrm>
            <a:off x="3611880" y="2834640"/>
            <a:ext cx="1234440" cy="731520"/>
          </a:xfrm>
          <a:prstGeom prst="roundRect">
            <a:avLst>
              <a:gd name="adj" fmla="val 10000"/>
            </a:avLst>
          </a:prstGeom>
          <a:solidFill>
            <a:srgbClr val="F2C811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0" y="288036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  Power BI</a:t>
            </a:r>
            <a:endParaRPr lang="en-US" sz="10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Model • DAX • Visuals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165860" y="3566160"/>
            <a:ext cx="0" cy="274320"/>
          </a:xfrm>
          <a:prstGeom prst="line">
            <a:avLst/>
          </a:prstGeom>
          <a:noFill/>
          <a:ln w="28575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365760" y="384048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2E8F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Presentation Layer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148840" y="3840480"/>
            <a:ext cx="1234440" cy="73152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</p:sp>
      <p:sp>
        <p:nvSpPr>
          <p:cNvPr id="38" name="Text 36"/>
          <p:cNvSpPr/>
          <p:nvPr/>
        </p:nvSpPr>
        <p:spPr>
          <a:xfrm>
            <a:off x="2194560" y="388620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 Dashboards</a:t>
            </a:r>
            <a:endParaRPr lang="en-US" sz="10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• Customer • Product Analytics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424428" y="4059936"/>
            <a:ext cx="182880" cy="292608"/>
          </a:xfrm>
          <a:prstGeom prst="chevron">
            <a:avLst/>
          </a:prstGeom>
          <a:solidFill>
            <a:srgbClr val="38BDF8"/>
          </a:solidFill>
          <a:ln/>
        </p:spPr>
      </p:sp>
      <p:sp>
        <p:nvSpPr>
          <p:cNvPr id="40" name="Shape 38"/>
          <p:cNvSpPr/>
          <p:nvPr/>
        </p:nvSpPr>
        <p:spPr>
          <a:xfrm>
            <a:off x="3611880" y="3840480"/>
            <a:ext cx="1234440" cy="731520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0" y="388620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 Business Insights</a:t>
            </a:r>
            <a:endParaRPr lang="en-US" sz="10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 Making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65760" y="4800600"/>
            <a:ext cx="11457432" cy="1234440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" y="489204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Project Deliverables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40080" y="5257800"/>
            <a:ext cx="259003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</a:t>
            </a: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 Data Warehouse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3367278" y="5257800"/>
            <a:ext cx="259003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</a:t>
            </a: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ETL Pipeline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6094476" y="5257800"/>
            <a:ext cx="259003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</a:t>
            </a: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Query Cleaning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8821674" y="5257800"/>
            <a:ext cx="259003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</a:t>
            </a: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 Schema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640080" y="5605272"/>
            <a:ext cx="259003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</a:t>
            </a: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DAX Measures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3367278" y="5605272"/>
            <a:ext cx="259003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</a:t>
            </a: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Dashboards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6094476" y="5605272"/>
            <a:ext cx="259003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</a:t>
            </a: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Insights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365760" y="6172200"/>
            <a:ext cx="11457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 Server  •  Excel  •  Power Query  •  DAX  •  Power BI  •  GitHub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</Words>
  <Application>Microsoft Office PowerPoint</Application>
  <PresentationFormat>Grand écran</PresentationFormat>
  <Paragraphs>39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Calibri</vt:lpstr>
      <vt:lpstr>Segoe UI</vt:lpstr>
      <vt:lpstr>Segoe UI Semibold</vt:lpstr>
      <vt:lpstr>Office Theme</vt:lpstr>
      <vt:lpstr>Présentation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Compte Microsoft</cp:lastModifiedBy>
  <cp:revision>1</cp:revision>
  <dcterms:created xsi:type="dcterms:W3CDTF">2026-07-23T20:36:02Z</dcterms:created>
  <dcterms:modified xsi:type="dcterms:W3CDTF">2026-07-23T19:53:14Z</dcterms:modified>
</cp:coreProperties>
</file>